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1982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Azure Bastion Deployment — Remove Public RDP Access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2798068"/>
            <a:ext cx="6296860" cy="264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ID: 24CC3046-P014 · Domain: Cloud Security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Team: 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2400032774 - ALLA VENKATA SAI NIKHIL · 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2400032788 - GANTA RISHITHA CHOWDARY · 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2400032799 - YAKKALI SREEVALLI · 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2400032801 -  NITIN KUMAR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42182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— Why Azure Bastion?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498130"/>
            <a:ext cx="6296860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Managed service for secure remote administration of Azure VMs without exposing public management IPs.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browser-based RDP and SSH over HTTPS via the Azure Portal (HTML5), removing the need for public RDP/SSH ports.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Allows VMs to keep private IPs inside the VNet, reducing attack surface and network exposure.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Streamlines operations while enforcing centralized access controls and logging.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003895"/>
            <a:ext cx="6296860" cy="8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 — Risks of Public RDP/SSH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233360" y="2157710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00728" y="2225030"/>
            <a:ext cx="269273" cy="269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807922" y="2219424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 Internet Scanning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807922" y="2602210"/>
            <a:ext cx="572229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IPs and open ports are constantly discovered by automated scanners and opportunistic attackers.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233360" y="3503513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0728" y="3570833"/>
            <a:ext cx="269273" cy="2692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07922" y="3565227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Expanded Attack Surface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807922" y="3948013"/>
            <a:ext cx="572229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Exposed RDP/SSH ports (3389/22) increase the probability of brute-force and credential-stuffing attacks.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233360" y="4849316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00728" y="4916636"/>
            <a:ext cx="269273" cy="2692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07922" y="4911030"/>
            <a:ext cx="5722298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Vulnerable Entry Points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5807922" y="5293816"/>
            <a:ext cx="572229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Unpatched services, weak credentials, or zero-day exploits enable unauthorized access and lateral movement.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28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633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59236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6044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Restrict RDP/SSH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13174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direct public RDP/SSH access; enforce private-only management paths.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1633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459236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6044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Harden SSH Exposure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013174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 SSH to approved jump hosts or Bastion; remove broad public rules.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163366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459236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604492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Access Mechanism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3013174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Azure Bastion for browser-based sessions and centralized control.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94870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244578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38983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Network Posture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798516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VMs in private subnets; require bastion or VPN for admin access.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394870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244578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389834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Security Posture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798516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attack surface, increase monitoring, and enforce least-privilege access.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68" y="1431131"/>
            <a:ext cx="3880249" cy="2198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90499" y="1584623"/>
            <a:ext cx="6345972" cy="8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 — Azure Bastion as Secure Entry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190499" y="2653109"/>
            <a:ext cx="6345972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Bastion is deployed into a dedicated AzureBastionSubnet inside the VNet and acts as a hardened gateway. Administrators initiate RDP/SSH sessions from the Azure Portal over HTTPS — no public VM IP required.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13696"/>
            <a:ext cx="448854" cy="44886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675783"/>
            <a:ext cx="348070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Administrator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661475" y="5058569"/>
            <a:ext cx="348070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Starts a secure session from any network using Portal authentication and MFA.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55396" y="4013696"/>
            <a:ext cx="448854" cy="44886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55396" y="4675783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Azure Bastion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355396" y="5058569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Brokered RDP/SSH sessions over TLS with host isolation and integrated NSG controls.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9416" y="4013696"/>
            <a:ext cx="448854" cy="44886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49416" y="4675783"/>
            <a:ext cx="348080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VM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049416" y="5058569"/>
            <a:ext cx="3480804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Retains private IP; management traffic flows only through the Bastion subnet.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507"/>
            <a:ext cx="10868745" cy="43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 — High Level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89447"/>
            <a:ext cx="10868745" cy="43197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8855" y="4331052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Administrator Portal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18310" y="4713947"/>
            <a:ext cx="2925300" cy="229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Initiates HTTPS tunnel to Bastion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22174" y="3499016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Azure Bastion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422174" y="3881912"/>
            <a:ext cx="2851107" cy="229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Hosted in AzureBastionSubnet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02162" y="2626737"/>
            <a:ext cx="2641282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Security Group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145" y="3009632"/>
            <a:ext cx="2925300" cy="458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 inbound management to Bastion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22174" y="1845544"/>
            <a:ext cx="2384755" cy="298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VM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422174" y="2228440"/>
            <a:ext cx="2851107" cy="229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public RDP/SSH on NICs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5789910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Caption: Bastion sits in a dedicated subnet (AzureBastionSubnet). NSGs restrict inbound management only to Bastion. No public RDP/SSH rules on VM NICs.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4997" y="1856879"/>
            <a:ext cx="5548372" cy="31441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72226" y="1530350"/>
            <a:ext cx="3564245" cy="756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Configuration — Key Details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7972226" y="2407345"/>
            <a:ext cx="3564245" cy="2998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VNet address space: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Example 10.0.0.0/16 — plan subnets to avoid overlap.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AzureBastionSubnet: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Required dedicated subnet named exactly "AzureBastionSubnet" (example 10.0.2.0/24).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VM Subnet: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Example 10.0.1.0/24 — VMs use private IPs only.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NSG rules: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Block inbound RDP/SSH from Internet; allow Bastion-managed traffic and admin jump sources as needed.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overlapping ranges:</a:t>
            </a:r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Avoid address conflicts across VNets and on-prem networks used by VPN/ExpressRoute.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237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Technologies &amp; Azure Services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52873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352873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Microsoft Azure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76155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platform hosting VNet, VMs, and Bastion.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352873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352873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Azure Virtual Network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761555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network containing subnets for VMs and Bastion.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35287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352873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Security Group (NSG)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05683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inbound/outbound rules—block Internet RDP/SSH.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39691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039691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RDP / SSH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448373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Protocol sessions brokered by Bastion over TLS—no public exposure.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039691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039691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Azure Portal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448373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Browser-based entry point; integrate with Azure AD and MFA for strong auth.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14686"/>
            <a:ext cx="5203794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VM Configuration &amp; Operational Controls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748657"/>
            <a:ext cx="5203794" cy="2617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Place VMs in private subnet; remove public IP assignment from NIC.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Ensure NSG denies Internet inbound on ports 22 and 3389; allow Bastion subnet as needed.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Azure AD sign-in + MFA for Portal access; use role-based access control for Bastion usage.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Azure Monitor / NSG flow logs and Log Analytics for session audit and alerting.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1954510"/>
            <a:ext cx="5203794" cy="294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35398"/>
            <a:ext cx="6296860" cy="8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 Workflow — Hackathon Ready Steps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5233360" y="2515493"/>
            <a:ext cx="6296860" cy="2907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Resource Group and VNet with planned address space.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2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VM Subnet and deploy target VM(s) with private IPs only.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3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AzureBastionSubnet (exact name) with recommended /26 or larger range.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4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Azure Bastion resource into the AzureBastionSubnet.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5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NSG rules: block public RDP/SSH; allow Portal/Bastion-managed traffic.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6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Test: Azure Portal → VM → Connect → Bastion → Authenticate → Confirm desktop/session.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Font typeface="+mj-lt"/>
              <a:buAutoNum type="arabicPeriod" startAt="7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Operationalize: Enable logging, restrict RBAC for Bastion, enforce MFA, document rollback and emergency access procedures.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2026-09-26T11:23:26Z</dcterms:created>
  <dcterms:modified xsi:type="dcterms:W3CDTF">2026-09-26T11:23:26Z</dcterms:modified>
</cp:coreProperties>
</file>